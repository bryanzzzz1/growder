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AN Headline" charset="1" panose="00000000000000000000"/>
      <p:regular r:id="rId17"/>
    </p:embeddedFont>
    <p:embeddedFont>
      <p:font typeface="Montserrat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Montserrat Ultra-Bold" charset="1" panose="00000900000000000000"/>
      <p:regular r:id="rId20"/>
    </p:embeddedFont>
    <p:embeddedFont>
      <p:font typeface="Montserrat Medium" charset="1" panose="00000600000000000000"/>
      <p:regular r:id="rId21"/>
    </p:embeddedFont>
    <p:embeddedFont>
      <p:font typeface="Montserrat Italics" charset="1" panose="00000500000000000000"/>
      <p:regular r:id="rId22"/>
    </p:embeddedFont>
    <p:embeddedFont>
      <p:font typeface="Open Sans" charset="1" panose="00000000000000000000"/>
      <p:regular r:id="rId23"/>
    </p:embeddedFont>
    <p:embeddedFont>
      <p:font typeface="Montserrat Bold Italics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5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2" Target="../media/image5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9165" y="8737260"/>
            <a:ext cx="11933240" cy="521040"/>
            <a:chOff x="0" y="0"/>
            <a:chExt cx="3572814" cy="155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72814" cy="155999"/>
            </a:xfrm>
            <a:custGeom>
              <a:avLst/>
              <a:gdLst/>
              <a:ahLst/>
              <a:cxnLst/>
              <a:rect r="r" b="b" t="t" l="l"/>
              <a:pathLst>
                <a:path h="155999" w="3572814">
                  <a:moveTo>
                    <a:pt x="1786407" y="0"/>
                  </a:moveTo>
                  <a:cubicBezTo>
                    <a:pt x="799802" y="0"/>
                    <a:pt x="0" y="34922"/>
                    <a:pt x="0" y="78000"/>
                  </a:cubicBezTo>
                  <a:cubicBezTo>
                    <a:pt x="0" y="121078"/>
                    <a:pt x="799802" y="155999"/>
                    <a:pt x="1786407" y="155999"/>
                  </a:cubicBezTo>
                  <a:cubicBezTo>
                    <a:pt x="2773013" y="155999"/>
                    <a:pt x="3572814" y="121078"/>
                    <a:pt x="3572814" y="78000"/>
                  </a:cubicBezTo>
                  <a:cubicBezTo>
                    <a:pt x="3572814" y="34922"/>
                    <a:pt x="2773013" y="0"/>
                    <a:pt x="1786407" y="0"/>
                  </a:cubicBezTo>
                  <a:close/>
                </a:path>
              </a:pathLst>
            </a:custGeom>
            <a:solidFill>
              <a:srgbClr val="183263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334951" y="-23475"/>
              <a:ext cx="2902912" cy="164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994140" y="1453001"/>
            <a:ext cx="9397013" cy="7544778"/>
            <a:chOff x="0" y="0"/>
            <a:chExt cx="7467600" cy="599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1954" t="0" r="-1954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0173699" y="4913785"/>
            <a:ext cx="2064008" cy="4083995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3272" t="0" r="-3272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316750" y="7198158"/>
            <a:ext cx="751792" cy="742453"/>
          </a:xfrm>
          <a:custGeom>
            <a:avLst/>
            <a:gdLst/>
            <a:ahLst/>
            <a:cxnLst/>
            <a:rect r="r" b="b" t="t" l="l"/>
            <a:pathLst>
              <a:path h="742453" w="751792">
                <a:moveTo>
                  <a:pt x="0" y="0"/>
                </a:moveTo>
                <a:lnTo>
                  <a:pt x="751792" y="0"/>
                </a:lnTo>
                <a:lnTo>
                  <a:pt x="751792" y="742452"/>
                </a:lnTo>
                <a:lnTo>
                  <a:pt x="0" y="74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957" t="-8443" r="-9232" b="-819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72952" y="3624681"/>
            <a:ext cx="8567927" cy="203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8"/>
              </a:lnSpc>
            </a:pPr>
            <a:r>
              <a:rPr lang="en-US" sz="6804" spc="-4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GROWDER</a:t>
            </a:r>
          </a:p>
          <a:p>
            <a:pPr algn="l" marL="1469016" indent="-734508" lvl="1">
              <a:lnSpc>
                <a:spcPts val="8028"/>
              </a:lnSpc>
              <a:buFont typeface="Arial"/>
              <a:buChar char="•"/>
            </a:pPr>
            <a:r>
              <a:rPr lang="en-US" sz="6804" spc="-4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SUMATECL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097829" y="2511668"/>
            <a:ext cx="2580983" cy="1905088"/>
          </a:xfrm>
          <a:custGeom>
            <a:avLst/>
            <a:gdLst/>
            <a:ahLst/>
            <a:cxnLst/>
            <a:rect r="r" b="b" t="t" l="l"/>
            <a:pathLst>
              <a:path h="1905088" w="2580983">
                <a:moveTo>
                  <a:pt x="0" y="0"/>
                </a:moveTo>
                <a:lnTo>
                  <a:pt x="2580984" y="0"/>
                </a:lnTo>
                <a:lnTo>
                  <a:pt x="2580984" y="1905088"/>
                </a:lnTo>
                <a:lnTo>
                  <a:pt x="0" y="1905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1000"/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61889" y="7385860"/>
            <a:ext cx="5547472" cy="142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b="true" sz="1997" spc="40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EQUIPO :</a:t>
            </a:r>
          </a:p>
          <a:p>
            <a:pPr algn="l" marL="431231" indent="-215615" lvl="1">
              <a:lnSpc>
                <a:spcPts val="2416"/>
              </a:lnSpc>
              <a:buFont typeface="Arial"/>
              <a:buChar char="•"/>
            </a:pPr>
            <a:r>
              <a:rPr lang="en-US" b="true" sz="1997" spc="40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MATIAS RIOS</a:t>
            </a:r>
          </a:p>
          <a:p>
            <a:pPr algn="l" marL="431231" indent="-215615" lvl="1">
              <a:lnSpc>
                <a:spcPts val="2416"/>
              </a:lnSpc>
              <a:buFont typeface="Arial"/>
              <a:buChar char="•"/>
            </a:pPr>
            <a:r>
              <a:rPr lang="en-US" b="true" sz="1997" spc="40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BRYAN SILVA</a:t>
            </a:r>
          </a:p>
          <a:p>
            <a:pPr algn="l" marL="431231" indent="-215615" lvl="1">
              <a:lnSpc>
                <a:spcPts val="2416"/>
              </a:lnSpc>
              <a:buFont typeface="Arial"/>
              <a:buChar char="•"/>
            </a:pPr>
            <a:r>
              <a:rPr lang="en-US" b="true" sz="1997" spc="40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MATIAS MEDINA</a:t>
            </a:r>
          </a:p>
          <a:p>
            <a:pPr algn="l" marL="431231" indent="-215615" lvl="1">
              <a:lnSpc>
                <a:spcPts val="2416"/>
              </a:lnSpc>
              <a:buFont typeface="Arial"/>
              <a:buChar char="•"/>
            </a:pPr>
            <a:r>
              <a:rPr lang="en-US" b="true" sz="1997" spc="40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IGNACIO MANRIQUEZ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72817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76714" y="2477414"/>
            <a:ext cx="2343741" cy="1230464"/>
          </a:xfrm>
          <a:custGeom>
            <a:avLst/>
            <a:gdLst/>
            <a:ahLst/>
            <a:cxnLst/>
            <a:rect r="r" b="b" t="t" l="l"/>
            <a:pathLst>
              <a:path h="1230464" w="2343741">
                <a:moveTo>
                  <a:pt x="0" y="0"/>
                </a:moveTo>
                <a:lnTo>
                  <a:pt x="2343741" y="0"/>
                </a:lnTo>
                <a:lnTo>
                  <a:pt x="2343741" y="1230464"/>
                </a:lnTo>
                <a:lnTo>
                  <a:pt x="0" y="123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28282">
            <a:off x="11267189" y="3885921"/>
            <a:ext cx="2343741" cy="1230464"/>
          </a:xfrm>
          <a:custGeom>
            <a:avLst/>
            <a:gdLst/>
            <a:ahLst/>
            <a:cxnLst/>
            <a:rect r="r" b="b" t="t" l="l"/>
            <a:pathLst>
              <a:path h="1230464" w="2343741">
                <a:moveTo>
                  <a:pt x="0" y="0"/>
                </a:moveTo>
                <a:lnTo>
                  <a:pt x="2343741" y="0"/>
                </a:lnTo>
                <a:lnTo>
                  <a:pt x="2343741" y="1230464"/>
                </a:lnTo>
                <a:lnTo>
                  <a:pt x="0" y="123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78866">
            <a:off x="14276714" y="5142685"/>
            <a:ext cx="2343741" cy="1230464"/>
          </a:xfrm>
          <a:custGeom>
            <a:avLst/>
            <a:gdLst/>
            <a:ahLst/>
            <a:cxnLst/>
            <a:rect r="r" b="b" t="t" l="l"/>
            <a:pathLst>
              <a:path h="1230464" w="2343741">
                <a:moveTo>
                  <a:pt x="0" y="0"/>
                </a:moveTo>
                <a:lnTo>
                  <a:pt x="2343741" y="0"/>
                </a:lnTo>
                <a:lnTo>
                  <a:pt x="2343741" y="1230464"/>
                </a:lnTo>
                <a:lnTo>
                  <a:pt x="0" y="123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4404">
            <a:off x="11180543" y="6399140"/>
            <a:ext cx="2343741" cy="1230464"/>
          </a:xfrm>
          <a:custGeom>
            <a:avLst/>
            <a:gdLst/>
            <a:ahLst/>
            <a:cxnLst/>
            <a:rect r="r" b="b" t="t" l="l"/>
            <a:pathLst>
              <a:path h="1230464" w="2343741">
                <a:moveTo>
                  <a:pt x="0" y="0"/>
                </a:moveTo>
                <a:lnTo>
                  <a:pt x="2343742" y="0"/>
                </a:lnTo>
                <a:lnTo>
                  <a:pt x="2343742" y="1230464"/>
                </a:lnTo>
                <a:lnTo>
                  <a:pt x="0" y="123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33549">
            <a:off x="14104243" y="7763565"/>
            <a:ext cx="2343741" cy="1230464"/>
          </a:xfrm>
          <a:custGeom>
            <a:avLst/>
            <a:gdLst/>
            <a:ahLst/>
            <a:cxnLst/>
            <a:rect r="r" b="b" t="t" l="l"/>
            <a:pathLst>
              <a:path h="1230464" w="2343741">
                <a:moveTo>
                  <a:pt x="0" y="0"/>
                </a:moveTo>
                <a:lnTo>
                  <a:pt x="2343742" y="0"/>
                </a:lnTo>
                <a:lnTo>
                  <a:pt x="2343742" y="1230464"/>
                </a:lnTo>
                <a:lnTo>
                  <a:pt x="0" y="12304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010775">
            <a:off x="13555643" y="3562356"/>
            <a:ext cx="1043057" cy="954397"/>
          </a:xfrm>
          <a:custGeom>
            <a:avLst/>
            <a:gdLst/>
            <a:ahLst/>
            <a:cxnLst/>
            <a:rect r="r" b="b" t="t" l="l"/>
            <a:pathLst>
              <a:path h="954397" w="1043057">
                <a:moveTo>
                  <a:pt x="0" y="0"/>
                </a:moveTo>
                <a:lnTo>
                  <a:pt x="1043057" y="0"/>
                </a:lnTo>
                <a:lnTo>
                  <a:pt x="1043057" y="954397"/>
                </a:lnTo>
                <a:lnTo>
                  <a:pt x="0" y="9543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60726" y="600404"/>
            <a:ext cx="10875876" cy="101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2"/>
              </a:lnSpc>
            </a:pPr>
            <a:r>
              <a:rPr lang="en-US" sz="4400" spc="378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Metodología de trabajo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725" y="983427"/>
            <a:ext cx="1677163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725" y="2508326"/>
            <a:ext cx="1677163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725" y="4114025"/>
            <a:ext cx="1677163" cy="2922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820"/>
              </a:lnSpc>
            </a:pPr>
            <a:r>
              <a:rPr lang="en-US" sz="12719" spc="1093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9300" y="5783747"/>
            <a:ext cx="1512588" cy="262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286"/>
              </a:lnSpc>
            </a:pPr>
            <a:r>
              <a:rPr lang="en-US" sz="11471" spc="986">
                <a:solidFill>
                  <a:srgbClr val="DBD5D2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36329" y="2173862"/>
            <a:ext cx="4282855" cy="41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1800" spc="154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Scrum adaptado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6329" y="2664717"/>
            <a:ext cx="4714980" cy="68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b="true" sz="1400" spc="12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Metodología ágil utilizada para organizar el desarrollo en iteraciones y priorizar el trabajo del equipo.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36329" y="3762949"/>
            <a:ext cx="4282855" cy="41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  <a:r>
              <a:rPr lang="en-US" b="true" sz="1800" spc="154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nidos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36329" y="4249486"/>
            <a:ext cx="4714980" cy="68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400" spc="1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Owner, Scrum Master y responsabilidades técnicas distribuidas entre los integrantes.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36329" y="5347909"/>
            <a:ext cx="4282855" cy="41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  <a:r>
              <a:rPr lang="en-US" b="true" sz="1800" spc="154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Produc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 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ck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36329" y="5834446"/>
            <a:ext cx="4714980" cy="68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400" spc="1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Lista priorizada de funcionalidades, tareas y mejoras necesarias para desarrollar GROWDER.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36329" y="6893546"/>
            <a:ext cx="4282855" cy="410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4"/>
              </a:lnSpc>
              <a:spcBef>
                <a:spcPct val="0"/>
              </a:spcBef>
            </a:pPr>
            <a:r>
              <a:rPr lang="en-US" b="true" sz="1800" spc="154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Seg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ui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mi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</a:t>
            </a:r>
            <a:r>
              <a:rPr lang="en-US" b="true" sz="1800" spc="154" strike="noStrike" u="non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nto y mejora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36329" y="7380083"/>
            <a:ext cx="4714980" cy="68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400" spc="1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Revisiones periódicas, pruebas y ajustes según el avance y la retroalimentación recibida.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36329" y="8904351"/>
            <a:ext cx="4714980" cy="68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6"/>
              </a:lnSpc>
            </a:pPr>
            <a:r>
              <a:rPr lang="en-US" sz="1400" spc="12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proyecto se presenta como una metodología ágil basada en Scrum y adaptada al contexto académico</a:t>
            </a:r>
          </a:p>
        </p:txBody>
      </p:sp>
      <p:sp>
        <p:nvSpPr>
          <p:cNvPr name="TextBox 23" id="23"/>
          <p:cNvSpPr txBox="true"/>
          <p:nvPr/>
        </p:nvSpPr>
        <p:spPr>
          <a:xfrm rot="-218190">
            <a:off x="13090491" y="3020904"/>
            <a:ext cx="4714980" cy="23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6"/>
              </a:lnSpc>
            </a:pPr>
            <a:r>
              <a:rPr lang="en-US" b="true" sz="1400" spc="1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Backlog</a:t>
            </a:r>
          </a:p>
        </p:txBody>
      </p:sp>
      <p:sp>
        <p:nvSpPr>
          <p:cNvPr name="TextBox 24" id="24"/>
          <p:cNvSpPr txBox="true"/>
          <p:nvPr/>
        </p:nvSpPr>
        <p:spPr>
          <a:xfrm rot="310092">
            <a:off x="10074225" y="4428800"/>
            <a:ext cx="4714980" cy="23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6"/>
              </a:lnSpc>
            </a:pPr>
            <a:r>
              <a:rPr lang="en-US" b="true" sz="1400" spc="1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Desarrollo</a:t>
            </a:r>
          </a:p>
        </p:txBody>
      </p:sp>
      <p:sp>
        <p:nvSpPr>
          <p:cNvPr name="TextBox 25" id="25"/>
          <p:cNvSpPr txBox="true"/>
          <p:nvPr/>
        </p:nvSpPr>
        <p:spPr>
          <a:xfrm rot="160676">
            <a:off x="13085646" y="5685841"/>
            <a:ext cx="4714980" cy="23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6"/>
              </a:lnSpc>
            </a:pPr>
            <a:r>
              <a:rPr lang="en-US" b="true" sz="1400" spc="1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</a:t>
            </a:r>
          </a:p>
        </p:txBody>
      </p:sp>
      <p:sp>
        <p:nvSpPr>
          <p:cNvPr name="TextBox 26" id="26"/>
          <p:cNvSpPr txBox="true"/>
          <p:nvPr/>
        </p:nvSpPr>
        <p:spPr>
          <a:xfrm rot="-103785">
            <a:off x="9992853" y="6942586"/>
            <a:ext cx="4714980" cy="23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6"/>
              </a:lnSpc>
            </a:pPr>
            <a:r>
              <a:rPr lang="en-US" b="true" sz="1400" spc="1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Revisión </a:t>
            </a:r>
          </a:p>
        </p:txBody>
      </p:sp>
      <p:sp>
        <p:nvSpPr>
          <p:cNvPr name="TextBox 27" id="27"/>
          <p:cNvSpPr txBox="true"/>
          <p:nvPr/>
        </p:nvSpPr>
        <p:spPr>
          <a:xfrm rot="-84640">
            <a:off x="12916309" y="8306999"/>
            <a:ext cx="4714980" cy="23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6"/>
              </a:lnSpc>
            </a:pPr>
            <a:r>
              <a:rPr lang="en-US" b="true" sz="1400" spc="12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Ajustes</a:t>
            </a:r>
          </a:p>
        </p:txBody>
      </p:sp>
      <p:sp>
        <p:nvSpPr>
          <p:cNvPr name="Freeform 28" id="28"/>
          <p:cNvSpPr/>
          <p:nvPr/>
        </p:nvSpPr>
        <p:spPr>
          <a:xfrm flipH="false" flipV="true" rot="-5547173">
            <a:off x="13256104" y="4936615"/>
            <a:ext cx="1043057" cy="954397"/>
          </a:xfrm>
          <a:custGeom>
            <a:avLst/>
            <a:gdLst/>
            <a:ahLst/>
            <a:cxnLst/>
            <a:rect r="r" b="b" t="t" l="l"/>
            <a:pathLst>
              <a:path h="954397" w="1043057">
                <a:moveTo>
                  <a:pt x="0" y="954397"/>
                </a:moveTo>
                <a:lnTo>
                  <a:pt x="1043057" y="954397"/>
                </a:lnTo>
                <a:lnTo>
                  <a:pt x="1043057" y="0"/>
                </a:lnTo>
                <a:lnTo>
                  <a:pt x="0" y="0"/>
                </a:lnTo>
                <a:lnTo>
                  <a:pt x="0" y="95439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5010775">
            <a:off x="13555643" y="6174952"/>
            <a:ext cx="1043057" cy="954397"/>
          </a:xfrm>
          <a:custGeom>
            <a:avLst/>
            <a:gdLst/>
            <a:ahLst/>
            <a:cxnLst/>
            <a:rect r="r" b="b" t="t" l="l"/>
            <a:pathLst>
              <a:path h="954397" w="1043057">
                <a:moveTo>
                  <a:pt x="0" y="0"/>
                </a:moveTo>
                <a:lnTo>
                  <a:pt x="1043057" y="0"/>
                </a:lnTo>
                <a:lnTo>
                  <a:pt x="1043057" y="954397"/>
                </a:lnTo>
                <a:lnTo>
                  <a:pt x="0" y="9543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true" rot="-5547173">
            <a:off x="12890612" y="7489955"/>
            <a:ext cx="1116554" cy="1021647"/>
          </a:xfrm>
          <a:custGeom>
            <a:avLst/>
            <a:gdLst/>
            <a:ahLst/>
            <a:cxnLst/>
            <a:rect r="r" b="b" t="t" l="l"/>
            <a:pathLst>
              <a:path h="1021647" w="1116554">
                <a:moveTo>
                  <a:pt x="0" y="1021648"/>
                </a:moveTo>
                <a:lnTo>
                  <a:pt x="1116555" y="1021648"/>
                </a:lnTo>
                <a:lnTo>
                  <a:pt x="1116555" y="0"/>
                </a:lnTo>
                <a:lnTo>
                  <a:pt x="0" y="0"/>
                </a:lnTo>
                <a:lnTo>
                  <a:pt x="0" y="102164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1386" y="376814"/>
            <a:ext cx="1098739" cy="900966"/>
          </a:xfrm>
          <a:custGeom>
            <a:avLst/>
            <a:gdLst/>
            <a:ahLst/>
            <a:cxnLst/>
            <a:rect r="r" b="b" t="t" l="l"/>
            <a:pathLst>
              <a:path h="900966" w="1098739">
                <a:moveTo>
                  <a:pt x="0" y="0"/>
                </a:moveTo>
                <a:lnTo>
                  <a:pt x="1098739" y="0"/>
                </a:lnTo>
                <a:lnTo>
                  <a:pt x="1098739" y="900966"/>
                </a:lnTo>
                <a:lnTo>
                  <a:pt x="0" y="900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82250" y="5847875"/>
            <a:ext cx="6858000" cy="4439125"/>
          </a:xfrm>
          <a:custGeom>
            <a:avLst/>
            <a:gdLst/>
            <a:ahLst/>
            <a:cxnLst/>
            <a:rect r="r" b="b" t="t" l="l"/>
            <a:pathLst>
              <a:path h="4439125" w="6858000">
                <a:moveTo>
                  <a:pt x="0" y="0"/>
                </a:moveTo>
                <a:lnTo>
                  <a:pt x="6858000" y="0"/>
                </a:lnTo>
                <a:lnTo>
                  <a:pt x="6858000" y="4439125"/>
                </a:lnTo>
                <a:lnTo>
                  <a:pt x="0" y="4439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49" r="0" b="-4233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00805" y="81937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7145" y="3803610"/>
            <a:ext cx="4278882" cy="5641170"/>
          </a:xfrm>
          <a:custGeom>
            <a:avLst/>
            <a:gdLst/>
            <a:ahLst/>
            <a:cxnLst/>
            <a:rect r="r" b="b" t="t" l="l"/>
            <a:pathLst>
              <a:path h="5641170" w="4278882">
                <a:moveTo>
                  <a:pt x="0" y="0"/>
                </a:moveTo>
                <a:lnTo>
                  <a:pt x="4278882" y="0"/>
                </a:lnTo>
                <a:lnTo>
                  <a:pt x="4278882" y="5641170"/>
                </a:lnTo>
                <a:lnTo>
                  <a:pt x="0" y="5641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526" t="0" r="-7517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176027" y="3803610"/>
            <a:ext cx="4347623" cy="5641170"/>
          </a:xfrm>
          <a:custGeom>
            <a:avLst/>
            <a:gdLst/>
            <a:ahLst/>
            <a:cxnLst/>
            <a:rect r="r" b="b" t="t" l="l"/>
            <a:pathLst>
              <a:path h="5641170" w="4347623">
                <a:moveTo>
                  <a:pt x="0" y="0"/>
                </a:moveTo>
                <a:lnTo>
                  <a:pt x="4347623" y="0"/>
                </a:lnTo>
                <a:lnTo>
                  <a:pt x="4347623" y="5641170"/>
                </a:lnTo>
                <a:lnTo>
                  <a:pt x="0" y="56411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328" r="0" b="-432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382250" y="1143000"/>
            <a:ext cx="6858000" cy="4714178"/>
          </a:xfrm>
          <a:custGeom>
            <a:avLst/>
            <a:gdLst/>
            <a:ahLst/>
            <a:cxnLst/>
            <a:rect r="r" b="b" t="t" l="l"/>
            <a:pathLst>
              <a:path h="4714178" w="6858000">
                <a:moveTo>
                  <a:pt x="0" y="0"/>
                </a:moveTo>
                <a:lnTo>
                  <a:pt x="6858000" y="0"/>
                </a:lnTo>
                <a:lnTo>
                  <a:pt x="6858000" y="4714178"/>
                </a:lnTo>
                <a:lnTo>
                  <a:pt x="0" y="47141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326" t="-239" r="0" b="-2394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627654"/>
            <a:ext cx="880168" cy="994540"/>
          </a:xfrm>
          <a:custGeom>
            <a:avLst/>
            <a:gdLst/>
            <a:ahLst/>
            <a:cxnLst/>
            <a:rect r="r" b="b" t="t" l="l"/>
            <a:pathLst>
              <a:path h="994540" w="880168">
                <a:moveTo>
                  <a:pt x="0" y="0"/>
                </a:moveTo>
                <a:lnTo>
                  <a:pt x="880168" y="0"/>
                </a:lnTo>
                <a:lnTo>
                  <a:pt x="880168" y="994540"/>
                </a:lnTo>
                <a:lnTo>
                  <a:pt x="0" y="9945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28814" y="1721814"/>
            <a:ext cx="892372" cy="834367"/>
          </a:xfrm>
          <a:custGeom>
            <a:avLst/>
            <a:gdLst/>
            <a:ahLst/>
            <a:cxnLst/>
            <a:rect r="r" b="b" t="t" l="l"/>
            <a:pathLst>
              <a:path h="834367" w="892372">
                <a:moveTo>
                  <a:pt x="0" y="0"/>
                </a:moveTo>
                <a:lnTo>
                  <a:pt x="892372" y="0"/>
                </a:lnTo>
                <a:lnTo>
                  <a:pt x="892372" y="834368"/>
                </a:lnTo>
                <a:lnTo>
                  <a:pt x="0" y="8343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45938" y="1866095"/>
            <a:ext cx="545807" cy="545807"/>
          </a:xfrm>
          <a:custGeom>
            <a:avLst/>
            <a:gdLst/>
            <a:ahLst/>
            <a:cxnLst/>
            <a:rect r="r" b="b" t="t" l="l"/>
            <a:pathLst>
              <a:path h="545807" w="545807">
                <a:moveTo>
                  <a:pt x="0" y="0"/>
                </a:moveTo>
                <a:lnTo>
                  <a:pt x="545807" y="0"/>
                </a:lnTo>
                <a:lnTo>
                  <a:pt x="545807" y="545807"/>
                </a:lnTo>
                <a:lnTo>
                  <a:pt x="0" y="5458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33693" y="1693666"/>
            <a:ext cx="862516" cy="862516"/>
          </a:xfrm>
          <a:custGeom>
            <a:avLst/>
            <a:gdLst/>
            <a:ahLst/>
            <a:cxnLst/>
            <a:rect r="r" b="b" t="t" l="l"/>
            <a:pathLst>
              <a:path h="862516" w="862516">
                <a:moveTo>
                  <a:pt x="0" y="0"/>
                </a:moveTo>
                <a:lnTo>
                  <a:pt x="862516" y="0"/>
                </a:lnTo>
                <a:lnTo>
                  <a:pt x="862516" y="862516"/>
                </a:lnTo>
                <a:lnTo>
                  <a:pt x="0" y="86251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97145" y="3017268"/>
            <a:ext cx="4762500" cy="5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4"/>
              </a:lnSpc>
              <a:spcBef>
                <a:spcPct val="0"/>
              </a:spcBef>
            </a:pPr>
            <a:r>
              <a:rPr lang="en-US" sz="3200" i="true" strike="noStrike" u="non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INICIO/REGISTRO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3875" y="47625"/>
            <a:ext cx="4953000" cy="119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5"/>
              </a:lnSpc>
              <a:spcBef>
                <a:spcPct val="0"/>
              </a:spcBef>
            </a:pPr>
            <a:r>
              <a:rPr lang="en-US" sz="5199" spc="447" strike="noStrike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Vista Cliente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58483" y="600075"/>
            <a:ext cx="2857500" cy="5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4"/>
              </a:lnSpc>
              <a:spcBef>
                <a:spcPct val="0"/>
              </a:spcBef>
            </a:pPr>
            <a:r>
              <a:rPr lang="en-US" sz="3200" i="true" strike="noStrike" u="non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CATALOGO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754536" y="1852020"/>
            <a:ext cx="545807" cy="545807"/>
          </a:xfrm>
          <a:custGeom>
            <a:avLst/>
            <a:gdLst/>
            <a:ahLst/>
            <a:cxnLst/>
            <a:rect r="r" b="b" t="t" l="l"/>
            <a:pathLst>
              <a:path h="545807" w="545807">
                <a:moveTo>
                  <a:pt x="0" y="0"/>
                </a:moveTo>
                <a:lnTo>
                  <a:pt x="545807" y="0"/>
                </a:lnTo>
                <a:lnTo>
                  <a:pt x="545807" y="545807"/>
                </a:lnTo>
                <a:lnTo>
                  <a:pt x="0" y="5458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96550" y="6545792"/>
            <a:ext cx="7755668" cy="3461821"/>
          </a:xfrm>
          <a:custGeom>
            <a:avLst/>
            <a:gdLst/>
            <a:ahLst/>
            <a:cxnLst/>
            <a:rect r="r" b="b" t="t" l="l"/>
            <a:pathLst>
              <a:path h="3461821" w="7755668">
                <a:moveTo>
                  <a:pt x="0" y="0"/>
                </a:moveTo>
                <a:lnTo>
                  <a:pt x="7755668" y="0"/>
                </a:lnTo>
                <a:lnTo>
                  <a:pt x="7755668" y="3461821"/>
                </a:lnTo>
                <a:lnTo>
                  <a:pt x="0" y="3461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09" t="0" r="-13740" b="-43234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71500" y="3476625"/>
            <a:ext cx="7485881" cy="5074266"/>
          </a:xfrm>
          <a:custGeom>
            <a:avLst/>
            <a:gdLst/>
            <a:ahLst/>
            <a:cxnLst/>
            <a:rect r="r" b="b" t="t" l="l"/>
            <a:pathLst>
              <a:path h="5074266" w="7485881">
                <a:moveTo>
                  <a:pt x="0" y="0"/>
                </a:moveTo>
                <a:lnTo>
                  <a:pt x="7485881" y="0"/>
                </a:lnTo>
                <a:lnTo>
                  <a:pt x="7485881" y="5074266"/>
                </a:lnTo>
                <a:lnTo>
                  <a:pt x="0" y="507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925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672817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76313" y="357883"/>
            <a:ext cx="1098739" cy="900966"/>
          </a:xfrm>
          <a:custGeom>
            <a:avLst/>
            <a:gdLst/>
            <a:ahLst/>
            <a:cxnLst/>
            <a:rect r="r" b="b" t="t" l="l"/>
            <a:pathLst>
              <a:path h="900966" w="1098739">
                <a:moveTo>
                  <a:pt x="0" y="0"/>
                </a:moveTo>
                <a:lnTo>
                  <a:pt x="1098739" y="0"/>
                </a:lnTo>
                <a:lnTo>
                  <a:pt x="1098739" y="900967"/>
                </a:lnTo>
                <a:lnTo>
                  <a:pt x="0" y="9009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96550" y="1425498"/>
            <a:ext cx="7755668" cy="4638586"/>
          </a:xfrm>
          <a:custGeom>
            <a:avLst/>
            <a:gdLst/>
            <a:ahLst/>
            <a:cxnLst/>
            <a:rect r="r" b="b" t="t" l="l"/>
            <a:pathLst>
              <a:path h="4638586" w="7755668">
                <a:moveTo>
                  <a:pt x="0" y="0"/>
                </a:moveTo>
                <a:lnTo>
                  <a:pt x="7755668" y="0"/>
                </a:lnTo>
                <a:lnTo>
                  <a:pt x="7755668" y="4638586"/>
                </a:lnTo>
                <a:lnTo>
                  <a:pt x="0" y="46385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387" r="0" b="-26772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13936850" y="6045034"/>
            <a:ext cx="3429000" cy="50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3"/>
              </a:lnSpc>
              <a:spcBef>
                <a:spcPct val="0"/>
              </a:spcBef>
            </a:pPr>
            <a:r>
              <a:rPr lang="en-US" sz="3199" i="true" strike="noStrike" u="non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MIS PEDIDOS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2475" y="2741956"/>
            <a:ext cx="5651500" cy="5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4"/>
              </a:lnSpc>
              <a:spcBef>
                <a:spcPct val="0"/>
              </a:spcBef>
            </a:pPr>
            <a:r>
              <a:rPr lang="en-US" sz="3200" i="true" strike="noStrike" u="non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CHECKOUT (6 MINUTOS)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1975" y="28575"/>
            <a:ext cx="4953000" cy="119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5"/>
              </a:lnSpc>
              <a:spcBef>
                <a:spcPct val="0"/>
              </a:spcBef>
            </a:pPr>
            <a:r>
              <a:rPr lang="en-US" sz="5199" spc="447" strike="noStrike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Vista Cliente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87277" y="810220"/>
            <a:ext cx="1528145" cy="5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64"/>
              </a:lnSpc>
              <a:spcBef>
                <a:spcPct val="0"/>
              </a:spcBef>
            </a:pPr>
            <a:r>
              <a:rPr lang="en-US" sz="32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PERFIL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44775" y="2584427"/>
            <a:ext cx="8762706" cy="6527312"/>
          </a:xfrm>
          <a:custGeom>
            <a:avLst/>
            <a:gdLst/>
            <a:ahLst/>
            <a:cxnLst/>
            <a:rect r="r" b="b" t="t" l="l"/>
            <a:pathLst>
              <a:path h="6527312" w="8762706">
                <a:moveTo>
                  <a:pt x="0" y="0"/>
                </a:moveTo>
                <a:lnTo>
                  <a:pt x="8762706" y="0"/>
                </a:lnTo>
                <a:lnTo>
                  <a:pt x="8762706" y="6527312"/>
                </a:lnTo>
                <a:lnTo>
                  <a:pt x="0" y="652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1" t="-518" r="-3213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6753" y="1738693"/>
            <a:ext cx="8947247" cy="3948170"/>
          </a:xfrm>
          <a:custGeom>
            <a:avLst/>
            <a:gdLst/>
            <a:ahLst/>
            <a:cxnLst/>
            <a:rect r="r" b="b" t="t" l="l"/>
            <a:pathLst>
              <a:path h="3948170" w="8947247">
                <a:moveTo>
                  <a:pt x="0" y="0"/>
                </a:moveTo>
                <a:lnTo>
                  <a:pt x="8947247" y="0"/>
                </a:lnTo>
                <a:lnTo>
                  <a:pt x="8947247" y="3948170"/>
                </a:lnTo>
                <a:lnTo>
                  <a:pt x="0" y="394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8" t="0" r="-3557" b="-31436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672817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48510" y="235760"/>
            <a:ext cx="1098739" cy="900966"/>
          </a:xfrm>
          <a:custGeom>
            <a:avLst/>
            <a:gdLst/>
            <a:ahLst/>
            <a:cxnLst/>
            <a:rect r="r" b="b" t="t" l="l"/>
            <a:pathLst>
              <a:path h="900966" w="1098739">
                <a:moveTo>
                  <a:pt x="0" y="0"/>
                </a:moveTo>
                <a:lnTo>
                  <a:pt x="1098740" y="0"/>
                </a:lnTo>
                <a:lnTo>
                  <a:pt x="1098740" y="900966"/>
                </a:lnTo>
                <a:lnTo>
                  <a:pt x="0" y="9009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088939">
            <a:off x="5728533" y="5388723"/>
            <a:ext cx="701348" cy="2299503"/>
          </a:xfrm>
          <a:custGeom>
            <a:avLst/>
            <a:gdLst/>
            <a:ahLst/>
            <a:cxnLst/>
            <a:rect r="r" b="b" t="t" l="l"/>
            <a:pathLst>
              <a:path h="2299503" w="701348">
                <a:moveTo>
                  <a:pt x="0" y="0"/>
                </a:moveTo>
                <a:lnTo>
                  <a:pt x="701349" y="0"/>
                </a:lnTo>
                <a:lnTo>
                  <a:pt x="701349" y="2299504"/>
                </a:lnTo>
                <a:lnTo>
                  <a:pt x="0" y="22995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6753" y="-222478"/>
            <a:ext cx="4953000" cy="119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5"/>
              </a:lnSpc>
              <a:spcBef>
                <a:spcPct val="0"/>
              </a:spcBef>
            </a:pPr>
            <a:r>
              <a:rPr lang="en-US" sz="5199" spc="447" strike="noStrike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Vista Bodega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75987" y="1218277"/>
            <a:ext cx="5389863" cy="87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18"/>
              </a:lnSpc>
              <a:spcBef>
                <a:spcPct val="0"/>
              </a:spcBef>
            </a:pPr>
            <a:r>
              <a:rPr lang="en-US" sz="3802" spc="326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Actualizar estados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72817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38346" y="1882758"/>
            <a:ext cx="10127504" cy="6891427"/>
          </a:xfrm>
          <a:custGeom>
            <a:avLst/>
            <a:gdLst/>
            <a:ahLst/>
            <a:cxnLst/>
            <a:rect r="r" b="b" t="t" l="l"/>
            <a:pathLst>
              <a:path h="6891427" w="10127504">
                <a:moveTo>
                  <a:pt x="0" y="0"/>
                </a:moveTo>
                <a:lnTo>
                  <a:pt x="10127504" y="0"/>
                </a:lnTo>
                <a:lnTo>
                  <a:pt x="10127504" y="6891427"/>
                </a:lnTo>
                <a:lnTo>
                  <a:pt x="0" y="68914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822" r="-1182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983849" y="3278720"/>
            <a:ext cx="569558" cy="1529333"/>
          </a:xfrm>
          <a:custGeom>
            <a:avLst/>
            <a:gdLst/>
            <a:ahLst/>
            <a:cxnLst/>
            <a:rect r="r" b="b" t="t" l="l"/>
            <a:pathLst>
              <a:path h="1529333" w="569558">
                <a:moveTo>
                  <a:pt x="0" y="0"/>
                </a:moveTo>
                <a:lnTo>
                  <a:pt x="569558" y="0"/>
                </a:lnTo>
                <a:lnTo>
                  <a:pt x="569558" y="1529333"/>
                </a:lnTo>
                <a:lnTo>
                  <a:pt x="0" y="1529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351" t="-89421" r="-35351" b="-22073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38857" y="4958528"/>
            <a:ext cx="1459542" cy="369943"/>
          </a:xfrm>
          <a:custGeom>
            <a:avLst/>
            <a:gdLst/>
            <a:ahLst/>
            <a:cxnLst/>
            <a:rect r="r" b="b" t="t" l="l"/>
            <a:pathLst>
              <a:path h="369943" w="1459542">
                <a:moveTo>
                  <a:pt x="0" y="0"/>
                </a:moveTo>
                <a:lnTo>
                  <a:pt x="1459542" y="0"/>
                </a:lnTo>
                <a:lnTo>
                  <a:pt x="1459542" y="369944"/>
                </a:lnTo>
                <a:lnTo>
                  <a:pt x="0" y="3699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757068" y="1914559"/>
            <a:ext cx="1023121" cy="1364162"/>
          </a:xfrm>
          <a:custGeom>
            <a:avLst/>
            <a:gdLst/>
            <a:ahLst/>
            <a:cxnLst/>
            <a:rect r="r" b="b" t="t" l="l"/>
            <a:pathLst>
              <a:path h="1364162" w="1023121">
                <a:moveTo>
                  <a:pt x="0" y="0"/>
                </a:moveTo>
                <a:lnTo>
                  <a:pt x="1023121" y="0"/>
                </a:lnTo>
                <a:lnTo>
                  <a:pt x="1023121" y="1364161"/>
                </a:lnTo>
                <a:lnTo>
                  <a:pt x="0" y="13641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83849" y="5328472"/>
            <a:ext cx="569558" cy="432864"/>
          </a:xfrm>
          <a:custGeom>
            <a:avLst/>
            <a:gdLst/>
            <a:ahLst/>
            <a:cxnLst/>
            <a:rect r="r" b="b" t="t" l="l"/>
            <a:pathLst>
              <a:path h="432864" w="569558">
                <a:moveTo>
                  <a:pt x="0" y="0"/>
                </a:moveTo>
                <a:lnTo>
                  <a:pt x="569558" y="0"/>
                </a:lnTo>
                <a:lnTo>
                  <a:pt x="569558" y="432864"/>
                </a:lnTo>
                <a:lnTo>
                  <a:pt x="0" y="432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04541" y="7443068"/>
            <a:ext cx="2728175" cy="823057"/>
          </a:xfrm>
          <a:custGeom>
            <a:avLst/>
            <a:gdLst/>
            <a:ahLst/>
            <a:cxnLst/>
            <a:rect r="r" b="b" t="t" l="l"/>
            <a:pathLst>
              <a:path h="823057" w="2728175">
                <a:moveTo>
                  <a:pt x="0" y="0"/>
                </a:moveTo>
                <a:lnTo>
                  <a:pt x="2728174" y="0"/>
                </a:lnTo>
                <a:lnTo>
                  <a:pt x="2728174" y="823057"/>
                </a:lnTo>
                <a:lnTo>
                  <a:pt x="0" y="823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83849" y="5913736"/>
            <a:ext cx="569558" cy="1446963"/>
          </a:xfrm>
          <a:custGeom>
            <a:avLst/>
            <a:gdLst/>
            <a:ahLst/>
            <a:cxnLst/>
            <a:rect r="r" b="b" t="t" l="l"/>
            <a:pathLst>
              <a:path h="1446963" w="569558">
                <a:moveTo>
                  <a:pt x="0" y="0"/>
                </a:moveTo>
                <a:lnTo>
                  <a:pt x="569558" y="0"/>
                </a:lnTo>
                <a:lnTo>
                  <a:pt x="569558" y="1446963"/>
                </a:lnTo>
                <a:lnTo>
                  <a:pt x="0" y="1446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351" t="-94512" r="-35351" b="-23898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047744" y="3245899"/>
            <a:ext cx="1933956" cy="4114800"/>
          </a:xfrm>
          <a:custGeom>
            <a:avLst/>
            <a:gdLst/>
            <a:ahLst/>
            <a:cxnLst/>
            <a:rect r="r" b="b" t="t" l="l"/>
            <a:pathLst>
              <a:path h="4114800" w="1933956">
                <a:moveTo>
                  <a:pt x="0" y="0"/>
                </a:moveTo>
                <a:lnTo>
                  <a:pt x="1933956" y="0"/>
                </a:lnTo>
                <a:lnTo>
                  <a:pt x="19339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28005"/>
            <a:ext cx="4953000" cy="119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5"/>
              </a:lnSpc>
              <a:spcBef>
                <a:spcPct val="0"/>
              </a:spcBef>
            </a:pPr>
            <a:r>
              <a:rPr lang="en-US" sz="5199" spc="447" strike="noStrike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Vista Bodega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613562" y="2901128"/>
            <a:ext cx="1933956" cy="4114800"/>
          </a:xfrm>
          <a:custGeom>
            <a:avLst/>
            <a:gdLst/>
            <a:ahLst/>
            <a:cxnLst/>
            <a:rect r="r" b="b" t="t" l="l"/>
            <a:pathLst>
              <a:path h="4114800" w="1933956">
                <a:moveTo>
                  <a:pt x="0" y="0"/>
                </a:moveTo>
                <a:lnTo>
                  <a:pt x="1933956" y="0"/>
                </a:lnTo>
                <a:lnTo>
                  <a:pt x="19339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2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72817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35784" y="3604822"/>
            <a:ext cx="8771053" cy="4811635"/>
            <a:chOff x="0" y="0"/>
            <a:chExt cx="5908040" cy="3241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3"/>
              <a:stretch>
                <a:fillRect l="0" t="-5741" r="-234" b="-5741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287830" y="3604822"/>
            <a:ext cx="8771053" cy="4811635"/>
            <a:chOff x="0" y="0"/>
            <a:chExt cx="5908040" cy="3241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4"/>
              <a:stretch>
                <a:fillRect l="0" t="-6447" r="0" b="-6447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16737" y="671105"/>
            <a:ext cx="7654938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spc="-2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Vista Administrador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0606" y="2529129"/>
            <a:ext cx="6621408" cy="5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4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ADMINISTRACIÓN GENERAL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25735" y="2529129"/>
            <a:ext cx="5495243" cy="5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4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AÑADIR PRODUCTO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72817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35784" y="3604822"/>
            <a:ext cx="8771053" cy="4811635"/>
            <a:chOff x="0" y="0"/>
            <a:chExt cx="5908040" cy="3241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3"/>
              <a:stretch>
                <a:fillRect l="0" t="-6447" r="0" b="-644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287830" y="3604822"/>
            <a:ext cx="8771053" cy="4811635"/>
            <a:chOff x="0" y="0"/>
            <a:chExt cx="5908040" cy="3241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4"/>
              <a:stretch>
                <a:fillRect l="0" t="-6536" r="0" b="-6536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35784" y="3604822"/>
            <a:ext cx="8771053" cy="4811635"/>
            <a:chOff x="0" y="0"/>
            <a:chExt cx="5908040" cy="3241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0160" y="12700"/>
              <a:ext cx="5895340" cy="186690"/>
            </a:xfrm>
            <a:custGeom>
              <a:avLst/>
              <a:gdLst/>
              <a:ahLst/>
              <a:cxnLst/>
              <a:rect r="r" b="b" t="t" l="l"/>
              <a:pathLst>
                <a:path h="186690" w="589534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" y="193040"/>
              <a:ext cx="5895340" cy="3041650"/>
            </a:xfrm>
            <a:custGeom>
              <a:avLst/>
              <a:gdLst/>
              <a:ahLst/>
              <a:cxnLst/>
              <a:rect r="r" b="b" t="t" l="l"/>
              <a:pathLst>
                <a:path h="3041650" w="589534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5"/>
              <a:stretch>
                <a:fillRect l="0" t="-7524" r="0" b="-7524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08040" cy="3241040"/>
            </a:xfrm>
            <a:custGeom>
              <a:avLst/>
              <a:gdLst/>
              <a:ahLst/>
              <a:cxnLst/>
              <a:rect r="r" b="b" t="t" l="l"/>
              <a:pathLst>
                <a:path h="3241040" w="5908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49860" y="73660"/>
              <a:ext cx="299720" cy="63500"/>
            </a:xfrm>
            <a:custGeom>
              <a:avLst/>
              <a:gdLst/>
              <a:ahLst/>
              <a:cxnLst/>
              <a:rect r="r" b="b" t="t" l="l"/>
              <a:pathLst>
                <a:path h="63500" w="29972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91820" y="88900"/>
              <a:ext cx="5175250" cy="33020"/>
            </a:xfrm>
            <a:custGeom>
              <a:avLst/>
              <a:gdLst/>
              <a:ahLst/>
              <a:cxnLst/>
              <a:rect r="r" b="b" t="t" l="l"/>
              <a:pathLst>
                <a:path h="33020" w="517525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16737" y="671105"/>
            <a:ext cx="7654938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spc="-2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Vista Administrador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0606" y="2529129"/>
            <a:ext cx="7061069" cy="5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4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GESTIÓN DE ROLES Y PERMISOS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59115" y="2529129"/>
            <a:ext cx="5213702" cy="50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4"/>
              </a:lnSpc>
              <a:spcBef>
                <a:spcPct val="0"/>
              </a:spcBef>
            </a:pPr>
            <a:r>
              <a:rPr lang="en-US" b="true" sz="32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PEDIDOS Y DESPACHOS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7194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77309" y="2659406"/>
            <a:ext cx="3198141" cy="6992241"/>
          </a:xfrm>
          <a:custGeom>
            <a:avLst/>
            <a:gdLst/>
            <a:ahLst/>
            <a:cxnLst/>
            <a:rect r="r" b="b" t="t" l="l"/>
            <a:pathLst>
              <a:path h="6992241" w="3198141">
                <a:moveTo>
                  <a:pt x="0" y="0"/>
                </a:moveTo>
                <a:lnTo>
                  <a:pt x="3198141" y="0"/>
                </a:lnTo>
                <a:lnTo>
                  <a:pt x="3198141" y="6992241"/>
                </a:lnTo>
                <a:lnTo>
                  <a:pt x="0" y="699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83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132625" y="2659406"/>
            <a:ext cx="3472457" cy="6992241"/>
          </a:xfrm>
          <a:custGeom>
            <a:avLst/>
            <a:gdLst/>
            <a:ahLst/>
            <a:cxnLst/>
            <a:rect r="r" b="b" t="t" l="l"/>
            <a:pathLst>
              <a:path h="6992241" w="3472457">
                <a:moveTo>
                  <a:pt x="0" y="0"/>
                </a:moveTo>
                <a:lnTo>
                  <a:pt x="3472457" y="0"/>
                </a:lnTo>
                <a:lnTo>
                  <a:pt x="3472457" y="6992241"/>
                </a:lnTo>
                <a:lnTo>
                  <a:pt x="0" y="699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32" t="0" r="-2914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847551" y="2623957"/>
            <a:ext cx="3261715" cy="7063138"/>
          </a:xfrm>
          <a:custGeom>
            <a:avLst/>
            <a:gdLst/>
            <a:ahLst/>
            <a:cxnLst/>
            <a:rect r="r" b="b" t="t" l="l"/>
            <a:pathLst>
              <a:path h="7063138" w="3261715">
                <a:moveTo>
                  <a:pt x="0" y="0"/>
                </a:moveTo>
                <a:lnTo>
                  <a:pt x="3261715" y="0"/>
                </a:lnTo>
                <a:lnTo>
                  <a:pt x="3261715" y="7063138"/>
                </a:lnTo>
                <a:lnTo>
                  <a:pt x="0" y="7063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440877" y="3396072"/>
            <a:ext cx="3560295" cy="5862228"/>
          </a:xfrm>
          <a:custGeom>
            <a:avLst/>
            <a:gdLst/>
            <a:ahLst/>
            <a:cxnLst/>
            <a:rect r="r" b="b" t="t" l="l"/>
            <a:pathLst>
              <a:path h="5862228" w="3560295">
                <a:moveTo>
                  <a:pt x="0" y="0"/>
                </a:moveTo>
                <a:lnTo>
                  <a:pt x="3560295" y="0"/>
                </a:lnTo>
                <a:lnTo>
                  <a:pt x="3560295" y="5862228"/>
                </a:lnTo>
                <a:lnTo>
                  <a:pt x="0" y="58622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49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26097" y="2659406"/>
            <a:ext cx="3198314" cy="6992241"/>
          </a:xfrm>
          <a:custGeom>
            <a:avLst/>
            <a:gdLst/>
            <a:ahLst/>
            <a:cxnLst/>
            <a:rect r="r" b="b" t="t" l="l"/>
            <a:pathLst>
              <a:path h="6992241" w="3198314">
                <a:moveTo>
                  <a:pt x="0" y="0"/>
                </a:moveTo>
                <a:lnTo>
                  <a:pt x="3198314" y="0"/>
                </a:lnTo>
                <a:lnTo>
                  <a:pt x="3198314" y="6992241"/>
                </a:lnTo>
                <a:lnTo>
                  <a:pt x="0" y="699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79" t="0" r="-479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83210"/>
            <a:ext cx="7654938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 spc="-26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Método de Pago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167305"/>
            <a:ext cx="1679534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CHECKOUT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15297" y="2167305"/>
            <a:ext cx="2922164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INGRESO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2918" y="2167305"/>
            <a:ext cx="2922164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PAGO EXITOSO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57790" y="2167305"/>
            <a:ext cx="3441237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7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VERIFICACION DE PAGO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8788" y="2964615"/>
            <a:ext cx="3864471" cy="30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0"/>
              </a:lnSpc>
              <a:spcBef>
                <a:spcPct val="0"/>
              </a:spcBef>
            </a:pPr>
            <a:r>
              <a:rPr lang="en-US" b="true" sz="20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CORREO DE CONFIRMACION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72817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771" y="4251447"/>
            <a:ext cx="7155022" cy="5370147"/>
          </a:xfrm>
          <a:custGeom>
            <a:avLst/>
            <a:gdLst/>
            <a:ahLst/>
            <a:cxnLst/>
            <a:rect r="r" b="b" t="t" l="l"/>
            <a:pathLst>
              <a:path h="5370147" w="7155022">
                <a:moveTo>
                  <a:pt x="0" y="0"/>
                </a:moveTo>
                <a:lnTo>
                  <a:pt x="7155022" y="0"/>
                </a:lnTo>
                <a:lnTo>
                  <a:pt x="7155022" y="5370146"/>
                </a:lnTo>
                <a:lnTo>
                  <a:pt x="0" y="5370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82577" y="2811806"/>
            <a:ext cx="3144719" cy="6809787"/>
          </a:xfrm>
          <a:custGeom>
            <a:avLst/>
            <a:gdLst/>
            <a:ahLst/>
            <a:cxnLst/>
            <a:rect r="r" b="b" t="t" l="l"/>
            <a:pathLst>
              <a:path h="6809787" w="3144719">
                <a:moveTo>
                  <a:pt x="0" y="0"/>
                </a:moveTo>
                <a:lnTo>
                  <a:pt x="3144719" y="0"/>
                </a:lnTo>
                <a:lnTo>
                  <a:pt x="3144719" y="6809787"/>
                </a:lnTo>
                <a:lnTo>
                  <a:pt x="0" y="6809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67516" y="2811806"/>
            <a:ext cx="3144719" cy="6809787"/>
          </a:xfrm>
          <a:custGeom>
            <a:avLst/>
            <a:gdLst/>
            <a:ahLst/>
            <a:cxnLst/>
            <a:rect r="r" b="b" t="t" l="l"/>
            <a:pathLst>
              <a:path h="6809787" w="3144719">
                <a:moveTo>
                  <a:pt x="0" y="0"/>
                </a:moveTo>
                <a:lnTo>
                  <a:pt x="3144720" y="0"/>
                </a:lnTo>
                <a:lnTo>
                  <a:pt x="3144720" y="6809787"/>
                </a:lnTo>
                <a:lnTo>
                  <a:pt x="0" y="68097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31574" y="16024"/>
            <a:ext cx="9418759" cy="100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5"/>
              </a:lnSpc>
            </a:pPr>
            <a:r>
              <a:rPr lang="en-US" sz="4431" spc="381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Conclusión de mejoras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516" y="1406620"/>
            <a:ext cx="10855821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ACTUALIZAR NUESTRA CARGA DE IMÁGENES EN EL HISTORIAL DE COMPRAS.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4556" y="1972288"/>
            <a:ext cx="5410944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AGREGAR RESEÑAS EN LA VISTA WEB.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55572" y="3671074"/>
            <a:ext cx="5190083" cy="32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  <a:spcBef>
                <a:spcPct val="0"/>
              </a:spcBef>
            </a:pPr>
            <a:r>
              <a:rPr lang="en-US" b="true" sz="2100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INTEGRAR TERMINO Y CONDICIONES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1546" y="4358448"/>
            <a:ext cx="15984908" cy="183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15"/>
              </a:lnSpc>
            </a:pPr>
            <a:r>
              <a:rPr lang="en-US" sz="13815" spc="1105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672817" y="235760"/>
            <a:ext cx="1386065" cy="1023090"/>
          </a:xfrm>
          <a:custGeom>
            <a:avLst/>
            <a:gdLst/>
            <a:ahLst/>
            <a:cxnLst/>
            <a:rect r="r" b="b" t="t" l="l"/>
            <a:pathLst>
              <a:path h="1023090" w="1386065">
                <a:moveTo>
                  <a:pt x="0" y="0"/>
                </a:moveTo>
                <a:lnTo>
                  <a:pt x="1386066" y="0"/>
                </a:lnTo>
                <a:lnTo>
                  <a:pt x="1386066" y="1023090"/>
                </a:lnTo>
                <a:lnTo>
                  <a:pt x="0" y="1023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DAHW5L3wYe4</dc:identifier>
  <dcterms:modified xsi:type="dcterms:W3CDTF">2011-08-01T06:04:30Z</dcterms:modified>
  <cp:revision>1</cp:revision>
  <dc:title>Presentación Proyecto Web Growder</dc:title>
</cp:coreProperties>
</file>